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9" d="100"/>
          <a:sy n="89" d="100"/>
        </p:scale>
        <p:origin x="8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53B6-1928-3F4D-8FB4-F4CDF7DF3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73521-1CC0-E2CF-B853-B5367571D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BB475-06B7-D37B-FF1B-24A6C6C2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69DD0-9A90-9E5E-31FD-57A9A223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B52CD-BA13-7343-87C7-764DFE60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0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0BE6-4FA4-1241-030B-763F3A01D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81B6-1FBD-7DFE-E77D-84A912F73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10C1-9498-B39B-0121-3F94DF00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87CE-633B-6200-DA78-FFA4CC94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6B11-8DFB-C1B2-F73F-130BBAF4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08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BD8D-7D24-408A-0654-D8638BD4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D13A9-E926-8DB7-BF6B-E0D41051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ED4C-AD27-B0ED-F6AB-1C8F7B57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210B0-3FDA-577B-8769-C29A4DF0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F08E-F92B-AC95-DEE9-497E0595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BAA1-E7CF-DF75-8C95-68EF64AC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1F752-38DC-36C3-0CC7-687E2C8C5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84E71-64DD-94A9-0F78-9CA6DEEEF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117B4-98D1-49B2-6160-885A8EBE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CC3A1-2042-A4B2-E8A7-F13ABEC3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55FAE-AFA6-63CC-7AFA-395DF578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0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AD3E-8429-ED4F-E16C-2AA20A69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BB288-C7C8-4379-8538-7EA31224B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ECC8-52F8-5340-62DB-1AE67AB5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4B82A-E890-0B39-C5E1-74D20A0CA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C1A2B-9B73-8E72-DF37-C7C206E8A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EFFF2-2B01-AC26-2C75-685C7B9F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7DDD2-7BB6-1D0A-5917-97029080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00CEF7-AD9D-5AB4-3FBA-B69A11C6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5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0BA6-D5B3-C07F-4457-BFC1ADF7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3FE11-7B9A-793F-BCEB-3EC7BA4E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FD03B-6C4F-E3D0-F6F7-C502B18B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A01D8-4B36-D47F-9F7D-0C7E71E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6F9E2-BC7A-C0D2-474B-9524AE97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2BE32-0784-3348-5423-057553FF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A2984-13B0-94B4-E9E9-097E15BA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4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4D89-788E-164A-33CA-6BE4974E9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3D5A-E8CD-EA32-3651-6874913E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5BE61-117D-DB9D-451A-C723BBDA9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32CA9-B3D6-A34C-0EE3-AA19141D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2D5E-E530-46B5-F7AC-27C6033B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F203C-B9D8-A8B5-988E-A385B48D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5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C900-BF25-F509-89E2-D5FEA88E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2B3D9-B4A3-B18D-5697-47DA76708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9B0AB-CFEF-0ECA-982E-E2EB01D96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A4FA0-DF3B-EF93-8CBF-DC0DD60E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50C8F-B5ED-1BD7-1781-91726698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D6390-9075-AB51-6F17-B1BBCB89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2F55-C4C8-B5C7-74C2-79CF5FE6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87A94-8B1A-79B0-F39E-677675E7F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10156-791B-B0F4-27C3-AD409DC7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9F4C-81AF-0406-5FA6-82F21D7D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AA069-29E7-4964-0DA3-B36709FF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5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1BD98-9352-5981-63B2-F761DFCA6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C3314-482E-2FEB-3C65-D1A8D0CB9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C20D2-6EF1-78EE-ED61-763226D8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2B8AA-9456-8940-0C41-3401FC67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643E7-2492-FA0C-7E19-0B362ED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2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556DC-EA2E-3CD1-4237-3BA3A3D0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C19C9-28E2-78A5-92C9-56AF56066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35CF2-DBD7-041B-305C-9E7C80644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6347E-D829-4E4F-8EE4-BF3882EBB96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31695-391D-7895-8469-4FC08DE98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DE57-6137-F418-69F9-2D93574E6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B8A45-8486-4F12-874F-37499CAA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4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5D5F5D-EE37-D9EF-4F06-EB7FF6917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98" y="520550"/>
            <a:ext cx="10789204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53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071A-7F3E-7A26-D6B3-C1E7F85B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D12FC7-BC8B-83A8-DDB4-6703E3685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1" y="618980"/>
            <a:ext cx="10846357" cy="56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9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0A20-9205-FE48-5868-D9090338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70DD372A-7DA2-EF6D-B358-6F1F8A139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01" y="693501"/>
            <a:ext cx="11793998" cy="547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1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4543-42F8-FE0F-2030-11CC4920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823849-3C54-1AD1-089B-2FF60C7FB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4" y="561827"/>
            <a:ext cx="10941612" cy="57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7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D5486-9460-B3F9-95E6-16B5E5AA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56F855-2026-EF0F-7703-21DC942F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9" y="549127"/>
            <a:ext cx="10541542" cy="57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2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FD7-DB8A-D009-3AD2-F45559E0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C30ACBC5-55DB-BDCD-2627-8A52C88BB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77" y="587229"/>
            <a:ext cx="10630446" cy="56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74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Hu</dc:creator>
  <cp:lastModifiedBy>Brian Hu</cp:lastModifiedBy>
  <cp:revision>2</cp:revision>
  <dcterms:created xsi:type="dcterms:W3CDTF">2025-12-27T14:08:22Z</dcterms:created>
  <dcterms:modified xsi:type="dcterms:W3CDTF">2025-12-27T14:33:14Z</dcterms:modified>
</cp:coreProperties>
</file>