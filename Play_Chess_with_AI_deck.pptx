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9" d="100"/>
          <a:sy n="89" d="100"/>
        </p:scale>
        <p:origin x="8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753B6-1928-3F4D-8FB4-F4CDF7DF3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73521-1CC0-E2CF-B853-B5367571D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BB475-06B7-D37B-FF1B-24A6C6C20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69DD0-9A90-9E5E-31FD-57A9A2236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B52CD-BA13-7343-87C7-764DFE604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707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90BE6-4FA4-1241-030B-763F3A01D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781B6-1FBD-7DFE-E77D-84A912F73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AE10C1-9498-B39B-0121-3F94DF00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B87CE-633B-6200-DA78-FFA4CC947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E6B11-8DFB-C1B2-F73F-130BBAF46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08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FBD8D-7D24-408A-0654-D8638BD41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D13A9-E926-8DB7-BF6B-E0D410510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1ED4C-AD27-B0ED-F6AB-1C8F7B574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210B0-3FDA-577B-8769-C29A4DF09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DF08E-F92B-AC95-DEE9-497E0595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726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5BAA1-E7CF-DF75-8C95-68EF64AC0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1F752-38DC-36C3-0CC7-687E2C8C5B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F84E71-64DD-94A9-0F78-9CA6DEEEF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117B4-98D1-49B2-6160-885A8EBEF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4CC3A1-2042-A4B2-E8A7-F13ABEC35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55FAE-AFA6-63CC-7AFA-395DF578C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903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AAD3E-8429-ED4F-E16C-2AA20A691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BB288-C7C8-4379-8538-7EA31224B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97ECC8-52F8-5340-62DB-1AE67AB5C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4B82A-E890-0B39-C5E1-74D20A0CA5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C1A2B-9B73-8E72-DF37-C7C206E8AE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5EFFF2-2B01-AC26-2C75-685C7B9F7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7DDD2-7BB6-1D0A-5917-970290809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00CEF7-AD9D-5AB4-3FBA-B69A11C64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52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40BA6-D5B3-C07F-4457-BFC1ADF7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B3FE11-7B9A-793F-BCEB-3EC7BA4E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FD03B-6C4F-E3D0-F6F7-C502B18B2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A01D8-4B36-D47F-9F7D-0C7E71E70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60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76F9E2-BC7A-C0D2-474B-9524AE97B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82BE32-0784-3348-5423-057553FF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2984-13B0-94B4-E9E9-097E15BA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148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44D89-788E-164A-33CA-6BE4974E9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93D5A-E8CD-EA32-3651-6874913E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85BE61-117D-DB9D-451A-C723BBDA9A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E32CA9-B3D6-A34C-0EE3-AA19141D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222D5E-E530-46B5-F7AC-27C6033B4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F203C-B9D8-A8B5-988E-A385B48D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59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4C900-BF25-F509-89E2-D5FEA88E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B2B3D9-B4A3-B18D-5697-47DA76708C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9B0AB-CFEF-0ECA-982E-E2EB01D96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A4FA0-DF3B-EF93-8CBF-DC0DD60E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50C8F-B5ED-1BD7-1781-917266984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1D6390-9075-AB51-6F17-B1BBCB89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26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D2F55-C4C8-B5C7-74C2-79CF5FE6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B87A94-8B1A-79B0-F39E-677675E7F1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10156-791B-B0F4-27C3-AD409DC7C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89F4C-81AF-0406-5FA6-82F21D7DC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AA069-29E7-4964-0DA3-B36709FF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55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A1BD98-9352-5981-63B2-F761DFCA6C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C3314-482E-2FEB-3C65-D1A8D0CB9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C20D2-6EF1-78EE-ED61-763226D8A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62B8AA-9456-8940-0C41-3401FC67F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3643E7-2492-FA0C-7E19-0B362ED01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023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1556DC-EA2E-3CD1-4237-3BA3A3D05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9C19C9-28E2-78A5-92C9-56AF56066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35CF2-DBD7-041B-305C-9E7C806445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31695-391D-7895-8469-4FC08DE98D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2DE57-6137-F418-69F9-2D93574E6E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4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5D5F5D-EE37-D9EF-4F06-EB7FF6917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98" y="520550"/>
            <a:ext cx="10789204" cy="581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753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071A-7F3E-7A26-D6B3-C1E7F85B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D12FC7-BC8B-83A8-DDB4-6703E3685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21" y="618980"/>
            <a:ext cx="10846357" cy="562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93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B0A20-9205-FE48-5868-D90903385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3B7F520D-8CA5-2DDD-1E70-480C28494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8735"/>
            <a:ext cx="12192000" cy="624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1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04543-42F8-FE0F-2030-11CC49204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9823849-3C54-1AD1-089B-2FF60C7FB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4" y="561827"/>
            <a:ext cx="10941612" cy="573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70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D5486-9460-B3F9-95E6-16B5E5AA7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56F855-2026-EF0F-7703-21DC942FA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29" y="549127"/>
            <a:ext cx="10541542" cy="575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527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81FD7-DB8A-D009-3AD2-F45559E0E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C30ACBC5-55DB-BDCD-2627-8A52C88BB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77" y="587229"/>
            <a:ext cx="10630446" cy="568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174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Hu</dc:creator>
  <cp:lastModifiedBy>Brian Hu</cp:lastModifiedBy>
  <cp:revision>3</cp:revision>
  <dcterms:created xsi:type="dcterms:W3CDTF">2025-12-27T14:08:22Z</dcterms:created>
  <dcterms:modified xsi:type="dcterms:W3CDTF">2025-12-27T16:17:54Z</dcterms:modified>
</cp:coreProperties>
</file>